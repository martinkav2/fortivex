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66" d="100"/>
          <a:sy n="66" d="100"/>
        </p:scale>
        <p:origin x="8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Kattintson ide az alcím mintájának szerkesztéséhez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5D9D7-7101-4D63-9E63-21341AB31A35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0ED0-6913-44CB-AF55-3C95B21CC1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85924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5D9D7-7101-4D63-9E63-21341AB31A35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0ED0-6913-44CB-AF55-3C95B21CC1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8733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5D9D7-7101-4D63-9E63-21341AB31A35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0ED0-6913-44CB-AF55-3C95B21CC1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9537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5D9D7-7101-4D63-9E63-21341AB31A35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0ED0-6913-44CB-AF55-3C95B21CC1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6323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5D9D7-7101-4D63-9E63-21341AB31A35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0ED0-6913-44CB-AF55-3C95B21CC1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5493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5D9D7-7101-4D63-9E63-21341AB31A35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0ED0-6913-44CB-AF55-3C95B21CC1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83814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5D9D7-7101-4D63-9E63-21341AB31A35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0ED0-6913-44CB-AF55-3C95B21CC1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02171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5D9D7-7101-4D63-9E63-21341AB31A35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0ED0-6913-44CB-AF55-3C95B21CC1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48026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5D9D7-7101-4D63-9E63-21341AB31A35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0ED0-6913-44CB-AF55-3C95B21CC1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79769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5D9D7-7101-4D63-9E63-21341AB31A35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0ED0-6913-44CB-AF55-3C95B21CC1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9623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5D9D7-7101-4D63-9E63-21341AB31A35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0ED0-6913-44CB-AF55-3C95B21CC1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81951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5D9D7-7101-4D63-9E63-21341AB31A35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E0ED0-6913-44CB-AF55-3C95B21CC1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58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hatgpt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Fortivex</a:t>
            </a: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Projekt - Backend</a:t>
            </a:r>
            <a:endParaRPr lang="hu-HU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252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28624" y="434747"/>
            <a:ext cx="3932237" cy="1600200"/>
          </a:xfrm>
        </p:spPr>
        <p:txBody>
          <a:bodyPr>
            <a:normAutofit/>
          </a:bodyPr>
          <a:lstStyle/>
          <a:p>
            <a:r>
              <a:rPr lang="hu-HU" b="1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Models</a:t>
            </a:r>
            <a:endParaRPr lang="hu-HU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Kép helye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147" y="928915"/>
            <a:ext cx="7840877" cy="45062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chemeClr val="bg1">
                <a:alpha val="65000"/>
              </a:schemeClr>
            </a:outerShdw>
          </a:effectLst>
        </p:spPr>
      </p:pic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210910" y="2217828"/>
            <a:ext cx="3932237" cy="3811588"/>
          </a:xfrm>
        </p:spPr>
        <p:txBody>
          <a:bodyPr/>
          <a:lstStyle/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Négy </a:t>
            </a:r>
            <a:r>
              <a:rPr lang="hu-HU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látható: </a:t>
            </a:r>
            <a:r>
              <a:rPr lang="hu-HU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Account, </a:t>
            </a:r>
            <a:r>
              <a:rPr lang="hu-HU" i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lang="hu-HU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u-HU" i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PlayerProgress</a:t>
            </a:r>
            <a:r>
              <a:rPr lang="hu-HU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és a </a:t>
            </a:r>
            <a:r>
              <a:rPr lang="hu-HU" i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PlayerStat</a:t>
            </a:r>
            <a:endParaRPr lang="hu-HU" i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 </a:t>
            </a:r>
            <a:r>
              <a:rPr lang="hu-HU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 az összekötő modell</a:t>
            </a: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amihez az </a:t>
            </a:r>
            <a:r>
              <a:rPr lang="hu-HU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u-HU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PlayerProgress</a:t>
            </a: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és a </a:t>
            </a:r>
            <a:r>
              <a:rPr lang="hu-HU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PlayerStat</a:t>
            </a: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kapcsolódik</a:t>
            </a:r>
          </a:p>
          <a:p>
            <a:endParaRPr lang="hu-HU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235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DTO-k és </a:t>
            </a:r>
            <a:r>
              <a:rPr lang="hu-HU" b="1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Controllerek</a:t>
            </a:r>
            <a:endParaRPr lang="hu-HU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Kép helye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799" y="1437204"/>
            <a:ext cx="7068457" cy="39740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chemeClr val="bg1">
                <a:alpha val="65000"/>
              </a:schemeClr>
            </a:outerShdw>
          </a:effectLst>
        </p:spPr>
      </p:pic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92175" y="2217058"/>
            <a:ext cx="3932237" cy="3811588"/>
          </a:xfrm>
        </p:spPr>
        <p:txBody>
          <a:bodyPr/>
          <a:lstStyle/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DTO-k a táblák szükséges adataiból állnak össze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hu-HU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Controllereken</a:t>
            </a: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belül pedig CRUD műveleteket használtam (GET, POST, PUT, DELETE)</a:t>
            </a:r>
            <a:endParaRPr lang="hu-H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542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59727" y="725714"/>
            <a:ext cx="4438196" cy="881742"/>
          </a:xfrm>
        </p:spPr>
        <p:txBody>
          <a:bodyPr/>
          <a:lstStyle/>
          <a:p>
            <a:r>
              <a:rPr lang="hu-HU" b="1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FortivexDbContext</a:t>
            </a:r>
            <a:endParaRPr lang="hu-HU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Kép helye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437204"/>
            <a:ext cx="7068455" cy="39740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chemeClr val="bg1">
                <a:alpha val="65000"/>
              </a:schemeClr>
            </a:outerShdw>
          </a:effectLst>
        </p:spPr>
      </p:pic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586809" y="2057400"/>
            <a:ext cx="3932237" cy="3811588"/>
          </a:xfrm>
        </p:spPr>
        <p:txBody>
          <a:bodyPr>
            <a:normAutofit/>
          </a:bodyPr>
          <a:lstStyle/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táblákat itt konfiguráltam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Például az </a:t>
            </a:r>
            <a:r>
              <a:rPr lang="hu-HU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táblánál: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gy </a:t>
            </a:r>
            <a:r>
              <a:rPr lang="hu-HU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Adminhoz</a:t>
            </a: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egy Account (</a:t>
            </a:r>
            <a:r>
              <a:rPr lang="hu-HU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HasOne</a:t>
            </a: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egy Accounthoz egy </a:t>
            </a:r>
            <a:r>
              <a:rPr lang="hu-HU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hu-HU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WithOne</a:t>
            </a: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 </a:t>
            </a:r>
            <a:r>
              <a:rPr lang="hu-HU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táblában található az idegenkulcs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Cascade</a:t>
            </a: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pedig az automatikus törlés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hu-HU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Seed</a:t>
            </a: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adatokat is használtam a könnyebb tesztelésért</a:t>
            </a:r>
          </a:p>
        </p:txBody>
      </p:sp>
    </p:spTree>
    <p:extLst>
      <p:ext uri="{BB962C8B-B14F-4D97-AF65-F5344CB8AC3E}">
        <p14:creationId xmlns:p14="http://schemas.microsoft.com/office/powerpoint/2010/main" val="1994415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Appsettings.json</a:t>
            </a:r>
            <a:endParaRPr lang="hu-HU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415" y="1801654"/>
            <a:ext cx="8383170" cy="3905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chemeClr val="bg1">
                <a:alpha val="6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8889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47902" y="137885"/>
            <a:ext cx="3932237" cy="1600200"/>
          </a:xfrm>
        </p:spPr>
        <p:txBody>
          <a:bodyPr>
            <a:normAutofit/>
          </a:bodyPr>
          <a:lstStyle/>
          <a:p>
            <a:r>
              <a:rPr lang="hu-HU" sz="44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Csomagok</a:t>
            </a:r>
            <a:endParaRPr lang="hu-HU" sz="4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Kép helye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657" y="1839685"/>
            <a:ext cx="7503885" cy="37956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chemeClr val="bg1">
                <a:alpha val="6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0922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Végeredmény</a:t>
            </a:r>
            <a:endParaRPr lang="hu-HU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99" y="2112481"/>
            <a:ext cx="5729287" cy="3221151"/>
          </a:xfrm>
        </p:spPr>
      </p:pic>
      <p:pic>
        <p:nvPicPr>
          <p:cNvPr id="6" name="Tartalom helye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228" y="2112481"/>
            <a:ext cx="5686425" cy="3197053"/>
          </a:xfrm>
        </p:spPr>
      </p:pic>
    </p:spTree>
    <p:extLst>
      <p:ext uri="{BB962C8B-B14F-4D97-AF65-F5344CB8AC3E}">
        <p14:creationId xmlns:p14="http://schemas.microsoft.com/office/powerpoint/2010/main" val="845978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Végeredmény</a:t>
            </a:r>
            <a:endParaRPr lang="hu-HU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1" y="2016322"/>
            <a:ext cx="7315199" cy="4112792"/>
          </a:xfrm>
        </p:spPr>
      </p:pic>
    </p:spTree>
    <p:extLst>
      <p:ext uri="{BB962C8B-B14F-4D97-AF65-F5344CB8AC3E}">
        <p14:creationId xmlns:p14="http://schemas.microsoft.com/office/powerpoint/2010/main" val="844163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Köszönöm a figyelmet!</a:t>
            </a:r>
            <a:endParaRPr lang="hu-HU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753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Felhasznált források</a:t>
            </a:r>
            <a:endParaRPr lang="hu-HU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hu-HU" dirty="0" smtClean="0">
                <a:solidFill>
                  <a:schemeClr val="bg1"/>
                </a:solidFill>
                <a:hlinkClick r:id="rId2"/>
              </a:rPr>
              <a:t>https://chatgpt.com/</a:t>
            </a:r>
            <a:r>
              <a:rPr lang="hu-HU" dirty="0" smtClean="0">
                <a:solidFill>
                  <a:schemeClr val="bg1"/>
                </a:solidFill>
              </a:rPr>
              <a:t> (A </a:t>
            </a:r>
            <a:r>
              <a:rPr lang="hu-HU" dirty="0" err="1" smtClean="0">
                <a:solidFill>
                  <a:schemeClr val="bg1"/>
                </a:solidFill>
              </a:rPr>
              <a:t>FortivexDbContext-hez</a:t>
            </a:r>
            <a:r>
              <a:rPr lang="hu-HU" dirty="0" smtClean="0">
                <a:solidFill>
                  <a:schemeClr val="bg1"/>
                </a:solidFill>
              </a:rPr>
              <a:t>) 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677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121</Words>
  <Application>Microsoft Office PowerPoint</Application>
  <PresentationFormat>Szélesvásznú</PresentationFormat>
  <Paragraphs>22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Wingdings</vt:lpstr>
      <vt:lpstr>Office-téma</vt:lpstr>
      <vt:lpstr>Fortivex Projekt - Backend</vt:lpstr>
      <vt:lpstr>Models</vt:lpstr>
      <vt:lpstr>DTO-k és Controllerek</vt:lpstr>
      <vt:lpstr>FortivexDbContext</vt:lpstr>
      <vt:lpstr>Appsettings.json</vt:lpstr>
      <vt:lpstr>Csomagok</vt:lpstr>
      <vt:lpstr>Végeredmény</vt:lpstr>
      <vt:lpstr>Végeredmény</vt:lpstr>
      <vt:lpstr>Köszönöm a figyelmet!</vt:lpstr>
      <vt:lpstr>Felhasznált források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Fortivex Projekt - Backend</dc:title>
  <dc:creator>Dell</dc:creator>
  <cp:lastModifiedBy>Dell</cp:lastModifiedBy>
  <cp:revision>7</cp:revision>
  <dcterms:created xsi:type="dcterms:W3CDTF">2025-11-03T15:59:14Z</dcterms:created>
  <dcterms:modified xsi:type="dcterms:W3CDTF">2025-11-03T16:47:22Z</dcterms:modified>
</cp:coreProperties>
</file>