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vue" TargetMode="External"/><Relationship Id="rId2" Type="http://schemas.openxmlformats.org/officeDocument/2006/relationships/hyperlink" Target="https://chatgpt.com/code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Fortivex</a:t>
            </a:r>
            <a:r>
              <a:rPr lang="hu-HU" dirty="0" smtClean="0"/>
              <a:t> Projekt- Frontend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Készítette: Halász-Szabó Dániel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85209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Weboldal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 weboldalhoz </a:t>
            </a:r>
            <a:r>
              <a:rPr lang="hu-HU" dirty="0" err="1" smtClean="0"/>
              <a:t>Vue</a:t>
            </a:r>
            <a:r>
              <a:rPr lang="hu-HU" dirty="0" smtClean="0"/>
              <a:t> 3 + </a:t>
            </a:r>
            <a:r>
              <a:rPr lang="hu-HU" dirty="0" err="1" smtClean="0"/>
              <a:t>Vite</a:t>
            </a:r>
            <a:r>
              <a:rPr lang="hu-HU" dirty="0" smtClean="0"/>
              <a:t>-t használtam</a:t>
            </a:r>
          </a:p>
          <a:p>
            <a:r>
              <a:rPr lang="hu-HU" dirty="0" smtClean="0"/>
              <a:t>Stílushoz </a:t>
            </a:r>
            <a:r>
              <a:rPr lang="hu-HU" dirty="0" err="1" smtClean="0"/>
              <a:t>TailwindCSS</a:t>
            </a:r>
            <a:r>
              <a:rPr lang="hu-HU" dirty="0" smtClean="0"/>
              <a:t>-el dolgoztam</a:t>
            </a:r>
          </a:p>
          <a:p>
            <a:r>
              <a:rPr lang="hu-HU" dirty="0" smtClean="0"/>
              <a:t>statisztikát, logint és a </a:t>
            </a:r>
            <a:r>
              <a:rPr lang="hu-HU" dirty="0" err="1" smtClean="0"/>
              <a:t>signupot</a:t>
            </a:r>
            <a:r>
              <a:rPr lang="hu-HU" dirty="0" smtClean="0"/>
              <a:t> intézi</a:t>
            </a:r>
          </a:p>
          <a:p>
            <a:r>
              <a:rPr lang="hu-HU" dirty="0" err="1" smtClean="0"/>
              <a:t>Admin</a:t>
            </a:r>
            <a:r>
              <a:rPr lang="hu-HU" dirty="0" smtClean="0"/>
              <a:t> és felhasználó móddal rendelkezik</a:t>
            </a:r>
          </a:p>
          <a:p>
            <a:endParaRPr lang="hu-HU" dirty="0" smtClean="0"/>
          </a:p>
          <a:p>
            <a:endParaRPr lang="hu-HU" dirty="0" smtClean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703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941" y="0"/>
            <a:ext cx="13126747" cy="6858000"/>
          </a:xfrm>
        </p:spPr>
      </p:pic>
    </p:spTree>
    <p:extLst>
      <p:ext uri="{BB962C8B-B14F-4D97-AF65-F5344CB8AC3E}">
        <p14:creationId xmlns:p14="http://schemas.microsoft.com/office/powerpoint/2010/main" val="32179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Mit csinál a jelenlegi weboldal?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Tartalmaz egy belépés/regisztráció </a:t>
            </a:r>
            <a:r>
              <a:rPr lang="hu-HU" dirty="0" err="1" smtClean="0"/>
              <a:t>buttont</a:t>
            </a:r>
            <a:endParaRPr lang="hu-HU" dirty="0" smtClean="0"/>
          </a:p>
          <a:p>
            <a:r>
              <a:rPr lang="hu-HU" dirty="0" smtClean="0"/>
              <a:t>Egy Rólunk oldalt</a:t>
            </a:r>
          </a:p>
          <a:p>
            <a:r>
              <a:rPr lang="hu-HU" dirty="0" smtClean="0"/>
              <a:t>Leírást a játékról</a:t>
            </a:r>
          </a:p>
          <a:p>
            <a:endParaRPr lang="hu-HU" dirty="0" smtClean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0617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Fejlesztenivalók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Belépés/Regisztráció megcsinálása és tesztelése</a:t>
            </a:r>
          </a:p>
          <a:p>
            <a:r>
              <a:rPr lang="hu-HU" dirty="0" smtClean="0"/>
              <a:t>Ikon/</a:t>
            </a:r>
            <a:r>
              <a:rPr lang="hu-HU" dirty="0" err="1" smtClean="0"/>
              <a:t>Logo</a:t>
            </a:r>
            <a:r>
              <a:rPr lang="hu-HU" dirty="0" smtClean="0"/>
              <a:t> a játékhoz</a:t>
            </a:r>
          </a:p>
          <a:p>
            <a:r>
              <a:rPr lang="hu-HU" dirty="0" smtClean="0"/>
              <a:t>Összeköttetés az SQL-lel.</a:t>
            </a:r>
          </a:p>
          <a:p>
            <a:endParaRPr lang="hu-HU" dirty="0" smtClean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9607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510" y="669915"/>
            <a:ext cx="8231845" cy="514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94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Fejlsztenivalók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 statisztikák részt csak az </a:t>
            </a:r>
            <a:r>
              <a:rPr lang="hu-HU" dirty="0" err="1" smtClean="0"/>
              <a:t>admin</a:t>
            </a:r>
            <a:r>
              <a:rPr lang="hu-HU" dirty="0" smtClean="0"/>
              <a:t> láthassa, illetve a felhasználó a saját teljesítményét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rólunkhoz</a:t>
            </a:r>
            <a:r>
              <a:rPr lang="hu-HU" dirty="0" smtClean="0"/>
              <a:t> egy külön lapot csinálni hosszú leírással.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9590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Github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 jelenlegi iterációt a frontendből feltöltöttem a csoport közös </a:t>
            </a:r>
            <a:r>
              <a:rPr lang="hu-HU" dirty="0" err="1" smtClean="0"/>
              <a:t>githubjára</a:t>
            </a:r>
            <a:endParaRPr lang="hu-HU" dirty="0" smtClean="0"/>
          </a:p>
          <a:p>
            <a:r>
              <a:rPr lang="hu-HU" dirty="0" smtClean="0"/>
              <a:t>A következő iterációt v2-ként fogom majd felrakni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050" y="3106511"/>
            <a:ext cx="7396276" cy="273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09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/>
          <p:cNvSpPr>
            <a:spLocks noGrp="1"/>
          </p:cNvSpPr>
          <p:nvPr>
            <p:ph type="title"/>
          </p:nvPr>
        </p:nvSpPr>
        <p:spPr>
          <a:xfrm>
            <a:off x="1856548" y="2550014"/>
            <a:ext cx="8911687" cy="1280890"/>
          </a:xfrm>
        </p:spPr>
        <p:txBody>
          <a:bodyPr/>
          <a:lstStyle/>
          <a:p>
            <a:pPr algn="ctr"/>
            <a:r>
              <a:rPr lang="hu-HU" dirty="0" smtClean="0"/>
              <a:t>Köszönöm a figyelmet!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3871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Felhasznált források</a:t>
            </a: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hlinkClick r:id="rId2"/>
              </a:rPr>
              <a:t>https://</a:t>
            </a:r>
            <a:r>
              <a:rPr lang="hu-HU" dirty="0" smtClean="0">
                <a:hlinkClick r:id="rId2"/>
              </a:rPr>
              <a:t>chatgpt.com/codex</a:t>
            </a:r>
            <a:r>
              <a:rPr lang="hu-HU" dirty="0" smtClean="0"/>
              <a:t> (A CSS-</a:t>
            </a:r>
            <a:r>
              <a:rPr lang="hu-HU" dirty="0" err="1" smtClean="0"/>
              <a:t>hez</a:t>
            </a:r>
            <a:r>
              <a:rPr lang="hu-HU" dirty="0" smtClean="0"/>
              <a:t>)</a:t>
            </a:r>
          </a:p>
          <a:p>
            <a:r>
              <a:rPr lang="hu-HU" dirty="0">
                <a:hlinkClick r:id="rId3"/>
              </a:rPr>
              <a:t>https://</a:t>
            </a:r>
            <a:r>
              <a:rPr lang="hu-HU" dirty="0" smtClean="0">
                <a:hlinkClick r:id="rId3"/>
              </a:rPr>
              <a:t>www.w3schools.com/vue</a:t>
            </a:r>
            <a:endParaRPr lang="hu-HU" dirty="0" smtClean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43581470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</TotalTime>
  <Words>116</Words>
  <Application>Microsoft Office PowerPoint</Application>
  <PresentationFormat>Szélesvásznú</PresentationFormat>
  <Paragraphs>26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Szálak</vt:lpstr>
      <vt:lpstr>Fortivex Projekt- Frontend</vt:lpstr>
      <vt:lpstr>Weboldal</vt:lpstr>
      <vt:lpstr>PowerPoint-bemutató</vt:lpstr>
      <vt:lpstr>Mit csinál a jelenlegi weboldal?</vt:lpstr>
      <vt:lpstr>Fejlesztenivalók</vt:lpstr>
      <vt:lpstr>PowerPoint-bemutató</vt:lpstr>
      <vt:lpstr>Fejlsztenivalók</vt:lpstr>
      <vt:lpstr>Github</vt:lpstr>
      <vt:lpstr>Köszönöm a figyelmet!</vt:lpstr>
      <vt:lpstr>Felhasznált források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Fortivex Projekt- Frontend</dc:title>
  <dc:creator>Dani</dc:creator>
  <cp:lastModifiedBy>Dani</cp:lastModifiedBy>
  <cp:revision>5</cp:revision>
  <dcterms:created xsi:type="dcterms:W3CDTF">2025-11-03T15:50:12Z</dcterms:created>
  <dcterms:modified xsi:type="dcterms:W3CDTF">2025-11-03T18:03:58Z</dcterms:modified>
</cp:coreProperties>
</file>