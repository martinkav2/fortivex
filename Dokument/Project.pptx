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reeform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 smtClean="0"/>
              <a:t>Project:Fortivex</a:t>
            </a:r>
            <a:r>
              <a:rPr lang="hu-HU" dirty="0" smtClean="0"/>
              <a:t> Szeptemberi hónap</a:t>
            </a:r>
            <a:endParaRPr lang="hu-HU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smtClean="0"/>
              <a:t>Készítette: Vigh Gréta, </a:t>
            </a:r>
            <a:r>
              <a:rPr lang="hu-HU" dirty="0" err="1" smtClean="0"/>
              <a:t>Medvecz</a:t>
            </a:r>
            <a:r>
              <a:rPr lang="hu-HU" dirty="0" smtClean="0"/>
              <a:t> Martin és Halász-Szabó Dániel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325155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u="sng" dirty="0" smtClean="0"/>
              <a:t>1.Hét:Projekt </a:t>
            </a:r>
            <a:r>
              <a:rPr lang="hu-HU" u="sng" dirty="0"/>
              <a:t>tervezése, ötletelése</a:t>
            </a:r>
            <a:r>
              <a:rPr lang="hu-HU" dirty="0"/>
              <a:t/>
            </a:r>
            <a:br>
              <a:rPr lang="hu-HU" dirty="0"/>
            </a:b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projektlehetőség, ami </a:t>
            </a:r>
            <a:r>
              <a:rPr lang="hu-HU" dirty="0" err="1"/>
              <a:t>mindannyiunkat</a:t>
            </a:r>
            <a:r>
              <a:rPr lang="hu-HU" dirty="0"/>
              <a:t> megfogott az egy játék készítése volt, mivel abba teljesen beleadagolhatjuk a saját kreativitásunkat</a:t>
            </a:r>
            <a:r>
              <a:rPr lang="hu-HU" dirty="0" smtClean="0"/>
              <a:t>.</a:t>
            </a:r>
          </a:p>
          <a:p>
            <a:r>
              <a:rPr lang="hu-HU" dirty="0" smtClean="0"/>
              <a:t> </a:t>
            </a:r>
            <a:r>
              <a:rPr lang="hu-HU" dirty="0"/>
              <a:t>A műfaján itt még voltak köztünk viták, hogy ki mit szeretne. Felmerült a MOBA,,FPS </a:t>
            </a:r>
            <a:r>
              <a:rPr lang="hu-HU" dirty="0" err="1"/>
              <a:t>Shooter</a:t>
            </a:r>
            <a:r>
              <a:rPr lang="hu-HU" dirty="0"/>
              <a:t> az RPG, viszont arról a témavezetőnk lebeszélt a nehézsége miatt, TD, amelyek érdekesek lehetnek</a:t>
            </a:r>
            <a:r>
              <a:rPr lang="hu-HU" dirty="0" smtClean="0"/>
              <a:t>.</a:t>
            </a:r>
          </a:p>
          <a:p>
            <a:pPr marL="0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678685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2.Hét: Ötletek szűkítése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második héten beszéltünk újra a játékunkról. </a:t>
            </a:r>
            <a:endParaRPr lang="hu-HU" dirty="0" smtClean="0"/>
          </a:p>
          <a:p>
            <a:r>
              <a:rPr lang="hu-HU" dirty="0" smtClean="0"/>
              <a:t>Mindannyian </a:t>
            </a:r>
            <a:r>
              <a:rPr lang="hu-HU" dirty="0"/>
              <a:t>megegyeztünk a Tower </a:t>
            </a:r>
            <a:r>
              <a:rPr lang="hu-HU" dirty="0" err="1"/>
              <a:t>Defense</a:t>
            </a:r>
            <a:r>
              <a:rPr lang="hu-HU" dirty="0"/>
              <a:t> műfajában és ennek megfelelően kezdtünk el a konkrétumokon elmélkedni. </a:t>
            </a:r>
            <a:endParaRPr lang="hu-HU" dirty="0" smtClean="0"/>
          </a:p>
          <a:p>
            <a:r>
              <a:rPr lang="hu-HU" dirty="0" smtClean="0"/>
              <a:t>Keretrendszernek </a:t>
            </a:r>
            <a:r>
              <a:rPr lang="hu-HU" dirty="0"/>
              <a:t>a </a:t>
            </a:r>
            <a:r>
              <a:rPr lang="hu-HU" dirty="0" err="1"/>
              <a:t>Unity</a:t>
            </a:r>
            <a:r>
              <a:rPr lang="hu-HU" dirty="0"/>
              <a:t> volt a számunkra megfelelő, mivel 2D-ben tűnt jónak egy ilyen játéknak a vizuális képe.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88979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3.Hét:Beszélgetések a Game Designról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harmadik hetünk leginkább a játék elképzelésével, </a:t>
            </a:r>
            <a:r>
              <a:rPr lang="hu-HU" dirty="0" smtClean="0"/>
              <a:t>vizualizálásával </a:t>
            </a:r>
            <a:r>
              <a:rPr lang="hu-HU" dirty="0"/>
              <a:t>és az ezekkel kapcsolatos élő és írott diskurzussal telt el. </a:t>
            </a:r>
            <a:endParaRPr lang="hu-HU" dirty="0" smtClean="0"/>
          </a:p>
          <a:p>
            <a:r>
              <a:rPr lang="hu-HU" dirty="0" smtClean="0"/>
              <a:t>Hogy </a:t>
            </a:r>
            <a:r>
              <a:rPr lang="hu-HU" dirty="0"/>
              <a:t>nézzen ki a játék? Mik vannak benne? Kik az ellenségek?  Miket tud a játékos csinálni? Mivel zárul le a játék? Mi kell ahhoz, hogy egy játékos nyerni tudjon</a:t>
            </a:r>
            <a:r>
              <a:rPr lang="hu-HU" dirty="0" smtClean="0"/>
              <a:t>?</a:t>
            </a:r>
          </a:p>
          <a:p>
            <a:r>
              <a:rPr lang="hu-HU" dirty="0" smtClean="0"/>
              <a:t> </a:t>
            </a:r>
            <a:r>
              <a:rPr lang="hu-HU" dirty="0"/>
              <a:t>Ezekre a kérdésekre dolgoztunk ki néhány konkrét ötletet. </a:t>
            </a:r>
            <a:endParaRPr lang="hu-HU" dirty="0" smtClean="0"/>
          </a:p>
          <a:p>
            <a:r>
              <a:rPr lang="hu-HU" dirty="0" smtClean="0"/>
              <a:t>Elsődleges </a:t>
            </a:r>
            <a:r>
              <a:rPr lang="hu-HU" dirty="0"/>
              <a:t>viszonyítási alapnak a League of </a:t>
            </a:r>
            <a:r>
              <a:rPr lang="hu-HU" dirty="0" err="1"/>
              <a:t>Legends</a:t>
            </a:r>
            <a:r>
              <a:rPr lang="hu-HU" dirty="0"/>
              <a:t>-et vettük.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93951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4.Hét: Ismerkedés a </a:t>
            </a:r>
            <a:r>
              <a:rPr lang="hu-HU" dirty="0" err="1" smtClean="0"/>
              <a:t>Unity</a:t>
            </a:r>
            <a:r>
              <a:rPr lang="hu-HU" dirty="0" smtClean="0"/>
              <a:t> programmal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Szeptember utolsó hetében kezdtünk el ismerkedni a </a:t>
            </a:r>
            <a:r>
              <a:rPr lang="hu-HU" dirty="0" err="1"/>
              <a:t>Unity</a:t>
            </a:r>
            <a:r>
              <a:rPr lang="hu-HU" dirty="0"/>
              <a:t> programmal, ajánlottunk videókat egymásnak, ami segíthet a szoftver feltérképezésében és elsajátításán. </a:t>
            </a:r>
            <a:endParaRPr lang="hu-HU" dirty="0" smtClean="0"/>
          </a:p>
          <a:p>
            <a:r>
              <a:rPr lang="hu-HU" dirty="0" smtClean="0"/>
              <a:t>A </a:t>
            </a:r>
            <a:r>
              <a:rPr lang="hu-HU" dirty="0"/>
              <a:t>game designhoz további ötleteink lettek, amiket felírtunk, de egyelőre ezek még „etalonban” vannak hagyva.</a:t>
            </a:r>
            <a:r>
              <a:rPr lang="hu-HU" u="sng" dirty="0"/>
              <a:t/>
            </a:r>
            <a:br>
              <a:rPr lang="hu-HU" u="sng" dirty="0"/>
            </a:b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176221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Nehézségek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A </a:t>
            </a:r>
            <a:r>
              <a:rPr lang="hu-HU" dirty="0" err="1" smtClean="0"/>
              <a:t>Unity</a:t>
            </a:r>
            <a:r>
              <a:rPr lang="hu-HU" dirty="0" smtClean="0"/>
              <a:t> programmal kapcsolatban még bizonytalanok vagyunk.</a:t>
            </a:r>
          </a:p>
          <a:p>
            <a:r>
              <a:rPr lang="hu-HU" dirty="0"/>
              <a:t>„A keretrendszer és a technológiák közti kompatibilitás (pl. SQL – C# – </a:t>
            </a:r>
            <a:r>
              <a:rPr lang="hu-HU" dirty="0" err="1"/>
              <a:t>Unity</a:t>
            </a:r>
            <a:r>
              <a:rPr lang="hu-HU" dirty="0"/>
              <a:t>) még kihívás.”</a:t>
            </a:r>
          </a:p>
        </p:txBody>
      </p:sp>
    </p:spTree>
    <p:extLst>
      <p:ext uri="{BB962C8B-B14F-4D97-AF65-F5344CB8AC3E}">
        <p14:creationId xmlns:p14="http://schemas.microsoft.com/office/powerpoint/2010/main" val="3381714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Screenshotok</a:t>
            </a:r>
            <a:endParaRPr lang="hu-HU" dirty="0"/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3556" y="1073724"/>
            <a:ext cx="5829300" cy="3778250"/>
          </a:xfr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3556" y="5301588"/>
            <a:ext cx="7155236" cy="531499"/>
          </a:xfrm>
          <a:prstGeom prst="rect">
            <a:avLst/>
          </a:prstGeom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3556" y="4893743"/>
            <a:ext cx="5783636" cy="431548"/>
          </a:xfrm>
          <a:prstGeom prst="rect">
            <a:avLst/>
          </a:prstGeom>
        </p:spPr>
      </p:pic>
      <p:pic>
        <p:nvPicPr>
          <p:cNvPr id="8" name="Kép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489" y="1527275"/>
            <a:ext cx="2858895" cy="2288182"/>
          </a:xfrm>
          <a:prstGeom prst="rect">
            <a:avLst/>
          </a:prstGeom>
        </p:spPr>
      </p:pic>
      <p:pic>
        <p:nvPicPr>
          <p:cNvPr id="9" name="Kép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489" y="3815457"/>
            <a:ext cx="4693791" cy="1777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007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Screenshotok</a:t>
            </a:r>
            <a:r>
              <a:rPr lang="hu-HU" dirty="0" smtClean="0"/>
              <a:t> II.</a:t>
            </a:r>
            <a:endParaRPr lang="hu-HU" dirty="0"/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794" y="2146721"/>
            <a:ext cx="8915400" cy="2066329"/>
          </a:xfr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4017" y="4454771"/>
            <a:ext cx="3905795" cy="198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074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Köszönjük </a:t>
            </a:r>
            <a:r>
              <a:rPr lang="hu-HU" smtClean="0"/>
              <a:t>a figyelmet!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33908389"/>
      </p:ext>
    </p:extLst>
  </p:cSld>
  <p:clrMapOvr>
    <a:masterClrMapping/>
  </p:clrMapOvr>
</p:sld>
</file>

<file path=ppt/theme/theme1.xml><?xml version="1.0" encoding="utf-8"?>
<a:theme xmlns:a="http://schemas.openxmlformats.org/drawingml/2006/main" name="Szálak">
  <a:themeElements>
    <a:clrScheme name="Wisp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41</TotalTime>
  <Words>286</Words>
  <Application>Microsoft Office PowerPoint</Application>
  <PresentationFormat>Szélesvásznú</PresentationFormat>
  <Paragraphs>23</Paragraphs>
  <Slides>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Szálak</vt:lpstr>
      <vt:lpstr>Project:Fortivex Szeptemberi hónap</vt:lpstr>
      <vt:lpstr>1.Hét:Projekt tervezése, ötletelése </vt:lpstr>
      <vt:lpstr>2.Hét: Ötletek szűkítése</vt:lpstr>
      <vt:lpstr>3.Hét:Beszélgetések a Game Designról</vt:lpstr>
      <vt:lpstr>4.Hét: Ismerkedés a Unity programmal</vt:lpstr>
      <vt:lpstr>Nehézségek</vt:lpstr>
      <vt:lpstr>Screenshotok</vt:lpstr>
      <vt:lpstr>Screenshotok II.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Project:Fortivex Szeptemberi hónap</dc:title>
  <dc:creator>Dani</dc:creator>
  <cp:lastModifiedBy>Dani</cp:lastModifiedBy>
  <cp:revision>5</cp:revision>
  <dcterms:created xsi:type="dcterms:W3CDTF">2025-10-14T18:28:55Z</dcterms:created>
  <dcterms:modified xsi:type="dcterms:W3CDTF">2025-10-14T19:10:29Z</dcterms:modified>
</cp:coreProperties>
</file>