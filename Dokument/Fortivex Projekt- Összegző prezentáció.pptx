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685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101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296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02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941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885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451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79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066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474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646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7648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nROiWapy1eU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 smtClean="0"/>
              <a:t>Fortivex</a:t>
            </a:r>
            <a:r>
              <a:rPr lang="hu-HU" dirty="0" smtClean="0"/>
              <a:t> Projekt- Összegző prezentáció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smtClean="0"/>
              <a:t>Készítette: </a:t>
            </a:r>
            <a:r>
              <a:rPr lang="hu-HU" dirty="0" err="1" smtClean="0"/>
              <a:t>Medvecz</a:t>
            </a:r>
            <a:r>
              <a:rPr lang="hu-HU" dirty="0"/>
              <a:t> </a:t>
            </a:r>
            <a:r>
              <a:rPr lang="hu-HU" dirty="0" smtClean="0"/>
              <a:t>Martin, Vigh Gréta és Halász-Szabó Dániel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64726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Unity</a:t>
            </a:r>
            <a:r>
              <a:rPr lang="hu-HU" dirty="0" smtClean="0"/>
              <a:t>/</a:t>
            </a:r>
            <a:r>
              <a:rPr lang="hu-HU" dirty="0" err="1" smtClean="0"/>
              <a:t>Desktop</a:t>
            </a:r>
            <a:endParaRPr lang="hu-HU" dirty="0"/>
          </a:p>
        </p:txBody>
      </p:sp>
      <p:sp>
        <p:nvSpPr>
          <p:cNvPr id="5" name="Szövegdoboz 4"/>
          <p:cNvSpPr txBox="1"/>
          <p:nvPr/>
        </p:nvSpPr>
        <p:spPr>
          <a:xfrm>
            <a:off x="838200" y="2122998"/>
            <a:ext cx="35055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smtClean="0"/>
              <a:t>A játék jelenleg használt térképe</a:t>
            </a:r>
            <a:endParaRPr lang="hu-HU" dirty="0" smtClean="0"/>
          </a:p>
          <a:p>
            <a:endParaRPr lang="hu-HU" dirty="0"/>
          </a:p>
        </p:txBody>
      </p:sp>
      <p:pic>
        <p:nvPicPr>
          <p:cNvPr id="7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5569" y="1873332"/>
            <a:ext cx="636038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40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Unity</a:t>
            </a:r>
            <a:r>
              <a:rPr lang="hu-HU" dirty="0" smtClean="0"/>
              <a:t> II.</a:t>
            </a:r>
            <a:endParaRPr lang="hu-HU" dirty="0"/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6638" y="1538324"/>
            <a:ext cx="10515600" cy="2111177"/>
          </a:xfrm>
          <a:prstGeom prst="rect">
            <a:avLst/>
          </a:prstGeom>
        </p:spPr>
      </p:pic>
      <p:sp>
        <p:nvSpPr>
          <p:cNvPr id="5" name="Szövegdoboz 4"/>
          <p:cNvSpPr txBox="1"/>
          <p:nvPr/>
        </p:nvSpPr>
        <p:spPr>
          <a:xfrm>
            <a:off x="838200" y="4039262"/>
            <a:ext cx="1104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3 fajta ellenség: </a:t>
            </a:r>
          </a:p>
          <a:p>
            <a:r>
              <a:rPr lang="hu-HU" dirty="0" smtClean="0"/>
              <a:t>1 normál(</a:t>
            </a:r>
            <a:r>
              <a:rPr lang="hu-HU" dirty="0" err="1" smtClean="0"/>
              <a:t>blue</a:t>
            </a:r>
            <a:r>
              <a:rPr lang="hu-HU" dirty="0" smtClean="0"/>
              <a:t>), </a:t>
            </a:r>
          </a:p>
          <a:p>
            <a:r>
              <a:rPr lang="hu-HU" dirty="0" smtClean="0"/>
              <a:t>1 „</a:t>
            </a:r>
            <a:r>
              <a:rPr lang="hu-HU" dirty="0" err="1" smtClean="0"/>
              <a:t>Zerg</a:t>
            </a:r>
            <a:r>
              <a:rPr lang="hu-HU" dirty="0" smtClean="0"/>
              <a:t> </a:t>
            </a:r>
            <a:r>
              <a:rPr lang="hu-HU" dirty="0" err="1" smtClean="0"/>
              <a:t>rush</a:t>
            </a:r>
            <a:r>
              <a:rPr lang="hu-HU" dirty="0" smtClean="0"/>
              <a:t>” típusú (</a:t>
            </a:r>
            <a:r>
              <a:rPr lang="hu-HU" dirty="0" err="1" smtClean="0"/>
              <a:t>red</a:t>
            </a:r>
            <a:r>
              <a:rPr lang="hu-HU" dirty="0" smtClean="0"/>
              <a:t>)</a:t>
            </a:r>
          </a:p>
          <a:p>
            <a:r>
              <a:rPr lang="hu-HU" dirty="0" smtClean="0"/>
              <a:t>1 „elit” (</a:t>
            </a:r>
            <a:r>
              <a:rPr lang="hu-HU" dirty="0" err="1" smtClean="0"/>
              <a:t>green</a:t>
            </a:r>
            <a:r>
              <a:rPr lang="hu-HU" dirty="0" smtClean="0"/>
              <a:t>)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26448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Unity</a:t>
            </a:r>
            <a:r>
              <a:rPr lang="hu-HU" dirty="0" smtClean="0"/>
              <a:t> III.</a:t>
            </a:r>
            <a:endParaRPr lang="hu-HU" dirty="0"/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2145" y="1785869"/>
            <a:ext cx="7804335" cy="4351338"/>
          </a:xfrm>
          <a:prstGeom prst="rect">
            <a:avLst/>
          </a:prstGeom>
        </p:spPr>
      </p:pic>
      <p:sp>
        <p:nvSpPr>
          <p:cNvPr id="5" name="Szövegdoboz 4"/>
          <p:cNvSpPr txBox="1"/>
          <p:nvPr/>
        </p:nvSpPr>
        <p:spPr>
          <a:xfrm>
            <a:off x="103367" y="2043485"/>
            <a:ext cx="36655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smtClean="0"/>
              <a:t>Alap torony kész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smtClean="0"/>
              <a:t>Torony </a:t>
            </a:r>
            <a:r>
              <a:rPr lang="hu-HU" dirty="0" err="1" smtClean="0"/>
              <a:t>range</a:t>
            </a:r>
            <a:r>
              <a:rPr lang="hu-HU" dirty="0" smtClean="0"/>
              <a:t>-e megprogramozva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smtClean="0"/>
              <a:t>Ellenségek </a:t>
            </a:r>
            <a:r>
              <a:rPr lang="hu-HU" dirty="0" err="1" smtClean="0"/>
              <a:t>Pathfindingja</a:t>
            </a:r>
            <a:r>
              <a:rPr lang="hu-HU" dirty="0" smtClean="0"/>
              <a:t> kész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smtClean="0"/>
              <a:t>YT videó: </a:t>
            </a:r>
            <a:r>
              <a:rPr lang="hu-HU" dirty="0">
                <a:hlinkClick r:id="rId3" tooltip="https://youtu.be/nROiWapy1eU"/>
              </a:rPr>
              <a:t>https://</a:t>
            </a:r>
            <a:r>
              <a:rPr lang="hu-HU" dirty="0" smtClean="0">
                <a:hlinkClick r:id="rId3" tooltip="https://youtu.be/nROiWapy1eU"/>
              </a:rPr>
              <a:t>youtu.be/nROiWapy1eU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364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Frontend</a:t>
            </a:r>
            <a:endParaRPr lang="hu-HU" dirty="0"/>
          </a:p>
        </p:txBody>
      </p:sp>
      <p:pic>
        <p:nvPicPr>
          <p:cNvPr id="4" name="Tartalom helye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965" y="1523475"/>
            <a:ext cx="8037762" cy="4351338"/>
          </a:xfrm>
        </p:spPr>
      </p:pic>
      <p:sp>
        <p:nvSpPr>
          <p:cNvPr id="5" name="Szövegdoboz 4"/>
          <p:cNvSpPr txBox="1"/>
          <p:nvPr/>
        </p:nvSpPr>
        <p:spPr>
          <a:xfrm>
            <a:off x="289560" y="1982257"/>
            <a:ext cx="31613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smtClean="0"/>
              <a:t>Frontend </a:t>
            </a:r>
            <a:r>
              <a:rPr lang="hu-HU" dirty="0" err="1" smtClean="0"/>
              <a:t>Homepage„teste</a:t>
            </a:r>
            <a:r>
              <a:rPr lang="hu-HU" dirty="0" smtClean="0"/>
              <a:t>” kész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smtClean="0"/>
              <a:t>Belépés/Regisztráció menü kész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smtClean="0"/>
              <a:t>Adattáblák kész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95208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1401" y="1086154"/>
            <a:ext cx="696002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606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Backend</a:t>
            </a:r>
            <a:endParaRPr lang="hu-HU" dirty="0"/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497" y="1539378"/>
            <a:ext cx="7739489" cy="435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chemeClr val="bg1">
                <a:alpha val="65000"/>
              </a:schemeClr>
            </a:outerShdw>
          </a:effectLst>
        </p:spPr>
      </p:pic>
      <p:sp>
        <p:nvSpPr>
          <p:cNvPr id="5" name="Szövegdoboz 4"/>
          <p:cNvSpPr txBox="1"/>
          <p:nvPr/>
        </p:nvSpPr>
        <p:spPr>
          <a:xfrm>
            <a:off x="77549" y="1601676"/>
            <a:ext cx="306365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i="1" dirty="0">
                <a:latin typeface="Arial" panose="020B0604020202020204" pitchFamily="34" charset="0"/>
                <a:cs typeface="Arial" panose="020B0604020202020204" pitchFamily="34" charset="0"/>
              </a:rPr>
              <a:t>Account, </a:t>
            </a:r>
            <a:endParaRPr lang="hu-HU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lang="hu-HU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hu-HU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PlayerProgress</a:t>
            </a:r>
            <a:r>
              <a:rPr lang="hu-HU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PlayerStat</a:t>
            </a:r>
            <a:r>
              <a:rPr lang="hu-HU" i="1" dirty="0" smtClean="0">
                <a:latin typeface="Arial" panose="020B0604020202020204" pitchFamily="34" charset="0"/>
                <a:cs typeface="Arial" panose="020B0604020202020204" pitchFamily="34" charset="0"/>
              </a:rPr>
              <a:t> modellek kész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0549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080" y="1364379"/>
            <a:ext cx="7739489" cy="435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chemeClr val="bg1">
                <a:alpha val="65000"/>
              </a:schemeClr>
            </a:outerShdw>
          </a:effectLst>
        </p:spPr>
      </p:pic>
      <p:sp>
        <p:nvSpPr>
          <p:cNvPr id="5" name="Szövegdoboz 4"/>
          <p:cNvSpPr txBox="1"/>
          <p:nvPr/>
        </p:nvSpPr>
        <p:spPr>
          <a:xfrm>
            <a:off x="720191" y="902714"/>
            <a:ext cx="32620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smtClean="0"/>
              <a:t>DTO-k kész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 smtClean="0"/>
              <a:t>Controllerek</a:t>
            </a:r>
            <a:r>
              <a:rPr lang="hu-HU" dirty="0"/>
              <a:t> </a:t>
            </a:r>
            <a:r>
              <a:rPr lang="hu-HU" dirty="0" smtClean="0"/>
              <a:t>CRUD műveletei </a:t>
            </a:r>
            <a:br>
              <a:rPr lang="hu-HU" dirty="0" smtClean="0"/>
            </a:br>
            <a:r>
              <a:rPr lang="hu-HU" dirty="0" smtClean="0"/>
              <a:t>(GET,POST,PUT,DELETE) kész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6304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253" y="1245415"/>
            <a:ext cx="7739489" cy="435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chemeClr val="bg1">
                <a:alpha val="65000"/>
              </a:schemeClr>
            </a:outerShdw>
          </a:effectLst>
        </p:spPr>
      </p:pic>
      <p:sp>
        <p:nvSpPr>
          <p:cNvPr id="6" name="Szövegdoboz 5"/>
          <p:cNvSpPr txBox="1"/>
          <p:nvPr/>
        </p:nvSpPr>
        <p:spPr>
          <a:xfrm>
            <a:off x="0" y="1408014"/>
            <a:ext cx="426879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 smtClean="0"/>
              <a:t>AppDbContext</a:t>
            </a:r>
            <a:endParaRPr lang="hu-H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 smtClean="0"/>
              <a:t>Admin</a:t>
            </a:r>
            <a:r>
              <a:rPr lang="hu-HU" dirty="0" smtClean="0"/>
              <a:t> táblák konfigurálása kész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 smtClean="0"/>
              <a:t>HasOne</a:t>
            </a:r>
            <a:r>
              <a:rPr lang="hu-HU" dirty="0" smtClean="0"/>
              <a:t> és </a:t>
            </a:r>
            <a:r>
              <a:rPr lang="hu-HU" dirty="0" err="1" smtClean="0"/>
              <a:t>WithOne</a:t>
            </a:r>
            <a:r>
              <a:rPr lang="hu-HU" dirty="0" smtClean="0"/>
              <a:t> accountokhoz kötés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 smtClean="0"/>
              <a:t>Seed</a:t>
            </a:r>
            <a:r>
              <a:rPr lang="hu-HU" dirty="0" smtClean="0"/>
              <a:t> adatok használata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 smtClean="0"/>
              <a:t>Delete</a:t>
            </a:r>
            <a:r>
              <a:rPr lang="hu-HU" dirty="0" smtClean="0"/>
              <a:t> </a:t>
            </a:r>
            <a:r>
              <a:rPr lang="hu-HU" dirty="0" err="1" smtClean="0"/>
              <a:t>Cascade</a:t>
            </a:r>
            <a:r>
              <a:rPr lang="hu-HU" dirty="0" smtClean="0"/>
              <a:t> </a:t>
            </a:r>
            <a:r>
              <a:rPr lang="hu-HU" dirty="0" err="1" smtClean="0"/>
              <a:t>auto-delete</a:t>
            </a:r>
            <a:endParaRPr lang="hu-H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3425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rtalom helye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3" y="1690688"/>
            <a:ext cx="6103548" cy="3431570"/>
          </a:xfrm>
          <a:prstGeom prst="rect">
            <a:avLst/>
          </a:prstGeom>
        </p:spPr>
      </p:pic>
      <p:pic>
        <p:nvPicPr>
          <p:cNvPr id="7" name="Tartalom helye 5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578" y="1807946"/>
            <a:ext cx="5686425" cy="319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644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rtalom helye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255" y="1825625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59904" y="219446"/>
            <a:ext cx="10515600" cy="1325563"/>
          </a:xfrm>
        </p:spPr>
        <p:txBody>
          <a:bodyPr/>
          <a:lstStyle/>
          <a:p>
            <a:r>
              <a:rPr lang="hu-HU" dirty="0" err="1" smtClean="0"/>
              <a:t>Trello</a:t>
            </a:r>
            <a:r>
              <a:rPr lang="hu-HU" dirty="0" smtClean="0"/>
              <a:t> felosztása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59903" y="1229277"/>
            <a:ext cx="7629941" cy="4351338"/>
          </a:xfrm>
        </p:spPr>
        <p:txBody>
          <a:bodyPr/>
          <a:lstStyle/>
          <a:p>
            <a:r>
              <a:rPr lang="hu-HU" dirty="0" smtClean="0"/>
              <a:t>Heti rendszerességgel használjuk a </a:t>
            </a:r>
            <a:r>
              <a:rPr lang="hu-HU" dirty="0" err="1" smtClean="0"/>
              <a:t>Trellot</a:t>
            </a:r>
            <a:r>
              <a:rPr lang="hu-HU" dirty="0" smtClean="0"/>
              <a:t>. </a:t>
            </a:r>
          </a:p>
          <a:p>
            <a:r>
              <a:rPr lang="hu-HU" dirty="0" smtClean="0"/>
              <a:t>Ki van osztva kinek milyen feladata van benne</a:t>
            </a:r>
          </a:p>
          <a:p>
            <a:r>
              <a:rPr lang="hu-HU" dirty="0" smtClean="0"/>
              <a:t>Rövid, tömör</a:t>
            </a:r>
          </a:p>
          <a:p>
            <a:r>
              <a:rPr lang="hu-HU" dirty="0"/>
              <a:t>https://trello.com/b/Mvu9EbfT/sajat-trello-tablam</a:t>
            </a:r>
            <a:endParaRPr lang="hu-HU" dirty="0" smtClean="0"/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223" y="4437950"/>
            <a:ext cx="10367185" cy="1915134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44" y="2054613"/>
            <a:ext cx="3907564" cy="238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862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309683" y="0"/>
            <a:ext cx="10515600" cy="1325563"/>
          </a:xfrm>
        </p:spPr>
        <p:txBody>
          <a:bodyPr/>
          <a:lstStyle/>
          <a:p>
            <a:pPr algn="ctr"/>
            <a:r>
              <a:rPr lang="hu-HU" dirty="0" err="1" smtClean="0"/>
              <a:t>Github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930445" y="1325563"/>
            <a:ext cx="10515600" cy="4351338"/>
          </a:xfrm>
        </p:spPr>
        <p:txBody>
          <a:bodyPr/>
          <a:lstStyle/>
          <a:p>
            <a:r>
              <a:rPr lang="hu-HU" dirty="0" smtClean="0"/>
              <a:t>Frissítve ha valami fejlesztést adunk ki</a:t>
            </a:r>
          </a:p>
          <a:p>
            <a:r>
              <a:rPr lang="hu-HU" dirty="0"/>
              <a:t>https://github.com/MartinkaV2/Fortivex</a:t>
            </a:r>
            <a:endParaRPr lang="hu-HU" dirty="0" smtClean="0"/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384"/>
            <a:ext cx="5930445" cy="487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283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/>
          <p:cNvSpPr>
            <a:spLocks noGrp="1"/>
          </p:cNvSpPr>
          <p:nvPr>
            <p:ph type="title"/>
          </p:nvPr>
        </p:nvSpPr>
        <p:spPr>
          <a:xfrm>
            <a:off x="3112273" y="2162120"/>
            <a:ext cx="10515600" cy="1325563"/>
          </a:xfrm>
        </p:spPr>
        <p:txBody>
          <a:bodyPr/>
          <a:lstStyle/>
          <a:p>
            <a:r>
              <a:rPr lang="hu-HU" dirty="0" smtClean="0"/>
              <a:t>Köszönjük a figyelmet!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67612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140</Words>
  <Application>Microsoft Office PowerPoint</Application>
  <PresentationFormat>Szélesvásznú</PresentationFormat>
  <Paragraphs>39</Paragraphs>
  <Slides>14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Fortivex Projekt- Összegző prezentáció</vt:lpstr>
      <vt:lpstr>Unity/Desktop</vt:lpstr>
      <vt:lpstr>Unity II.</vt:lpstr>
      <vt:lpstr>Unity III.</vt:lpstr>
      <vt:lpstr>Frontend</vt:lpstr>
      <vt:lpstr>PowerPoint-bemutató</vt:lpstr>
      <vt:lpstr>Backend</vt:lpstr>
      <vt:lpstr>PowerPoint-bemutató</vt:lpstr>
      <vt:lpstr>PowerPoint-bemutató</vt:lpstr>
      <vt:lpstr>PowerPoint-bemutató</vt:lpstr>
      <vt:lpstr>PowerPoint-bemutató</vt:lpstr>
      <vt:lpstr>Trello felosztása</vt:lpstr>
      <vt:lpstr>Github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Fortivex Projekt- Összegző prezentáció</dc:title>
  <dc:creator>Dani</dc:creator>
  <cp:lastModifiedBy>Dani</cp:lastModifiedBy>
  <cp:revision>6</cp:revision>
  <dcterms:created xsi:type="dcterms:W3CDTF">2025-11-03T17:27:40Z</dcterms:created>
  <dcterms:modified xsi:type="dcterms:W3CDTF">2025-11-03T18:07:45Z</dcterms:modified>
</cp:coreProperties>
</file>